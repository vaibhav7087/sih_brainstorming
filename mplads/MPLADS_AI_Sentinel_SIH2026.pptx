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MPLADS AI Sentinel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Anomaly, Fraud &amp; Inefficiency Detection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MPLAD Scheme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00400" cy="9144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9775"/>
                </a:solidFill>
              </a:rPr>
              <a:t>Problem Statement 26102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</a:rPr>
              <a:t>MoSPI / DIID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</a:rPr>
              <a:t>Smart Automation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D977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tracks WHAT happened but cannot detect WHAT IS WRONG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₹161 Cr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expenditure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CAG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handover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(ghost assets)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across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 lakh works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systems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exist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in Current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Anomaly Detection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Suspicious patterns go unnoticed until manual audits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679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Predictive Analytics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Cannot predict fraud before fund disbursement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153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Image Verification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Ghost assets — 98.53% works had no handover record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628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Explainable AI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No audit-ready explanation for flagged works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— An AI-powered monitoring platform with role-based dashboards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Role-Based Dashboards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MP Dashboard — "MY ₹5 crore"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DA+CAG Dashboard — "MY district"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Ministry Dashboard — "ALL states"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XGBoost (supervised)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Isolation Forest (unsupervised)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 explainability per 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Agency App (Proposed)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Photo upload + geotagging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verification (De-Fake + CLIP)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Stage payment verification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046720" cy="9144"/>
          </a:xfrm>
          <a:prstGeom prst="rect">
            <a:avLst/>
          </a:prstGeom>
          <a:solidFill>
            <a:srgbClr val="E7E5E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Build: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3 dashboards + AI detection + SHAP   </a:t>
            </a:r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|  Propose: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IA App + AI verification   </a:t>
            </a:r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|  Future: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eSAKSHI + satellite + citizen 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three dashboards, one AI engine</a:t>
            </a:r>
            <a:endParaRPr lang="en-US" sz="1300" dirty="0"/>
          </a:p>
        </p:txBody>
      </p:sp>
      <p:pic>
        <p:nvPicPr>
          <p:cNvPr id="4" name="Image 0" descr="C:/Users/Vaibhav/projects/hackathon_projects/sih_2026_bs/mplads/ppt_assets/diagrams/user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841248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MP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happening with MY ₹5 crore?"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3756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9775"/>
                </a:solidFill>
              </a:rPr>
              <a:t>DA + CAG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suspicious in MY district?"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Ministry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happening across ALL states?"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pipeline: Data → ML → Explainability → Dashboards</a:t>
            </a:r>
            <a:endParaRPr lang="en-US" sz="1300" dirty="0"/>
          </a:p>
        </p:txBody>
      </p:sp>
      <p:pic>
        <p:nvPicPr>
          <p:cNvPr id="4" name="Image 0" descr="C:/Users/Vaibhav/projects/hackathon_projects/sih_2026_bs/mplads/ppt_asset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ensemble with explainable risk scoring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60604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CAG-labeled fraud patterns. Predicts probability of anomaly per work.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2606040" cy="45720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statistical outliers without labels. Catches unknown fraud patterns.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0604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each work was flagged. Waterfall chart + natural language summary.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8046720" cy="64008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34E"/>
                </a:solidFill>
              </a:rPr>
              <a:t>Ensemble Scoring:  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risk_score = 0.6 × XGBoost_prob + 0.4 × IsoForest_score  →  </a:t>
            </a:r>
            <a:pPr indent="0" marL="0">
              <a:buNone/>
            </a:pPr>
            <a:r>
              <a:rPr lang="en-US" sz="1200" b="1" dirty="0">
                <a:solidFill>
                  <a:srgbClr val="6D9775"/>
                </a:solidFill>
              </a:rPr>
              <a:t>0-100 per 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12-Dimensional Feature Vector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cost_overrun_ratio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#1 fraud predictor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599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vendor_concentration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Collusion signal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8554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sanction_delay_days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Process violation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4343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work_category_risk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Guideline violation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4599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tenure_phase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Spending rush pattern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8554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mp_utilization_rate</a:t>
            </a:r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  —  Underutilization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fraud patterns from CAG reports — detected by our AI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construction sanctioned ₹12L, actual cost ₹52.8L. XGBoost flags cost_overrun_ratio &gt; 1.0 as CRITICAL.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COST-002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Collusion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gets 62% of all works in a district. Isolation Forest detects abnormal concentration.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VEND-002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road project, different IDs, different vendors. Cosine similarity &gt; 0.85 on work descriptions.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DUP-001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Assets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marked complete but no handover record. IA App would verify with photos + geotag.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GEO-001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with AI-powered risk scoring and SHAP explanations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5" name="Image 0" descr="C:/Users/Vaibhav/projects/hackathon_projects/sih_2026_bs/mplads/ppt_assets/screen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069080" cy="16916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Role Selector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17720" y="123444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8" name="Image 1" descr="C:/Users/Vaibhav/projects/hackathon_projects/sih_2026_bs/mplads/ppt_assets/screenshots/mp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169164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01752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Dashboard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301752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11" name="Image 2" descr="C:/Users/Vaibhav/projects/hackathon_projects/sih_2026_bs/mplads/ppt_assets/screenshots/da_cag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4069080" cy="169164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80060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+ CAG Dashboard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617720" y="301752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14" name="Image 3" descr="C:/Users/Vaibhav/projects/hackathon_projects/sih_2026_bs/mplads/ppt_assets/screenshots/ministry_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063240"/>
            <a:ext cx="4069080" cy="1691640"/>
          </a:xfrm>
          <a:prstGeom prst="ellipse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3440" y="480060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Dashboard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Agency App — Proposed Feature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at every payment stage — could plug into eSAKSHI portal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progress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Photo + Geotag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06040" cy="45720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9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progress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CLIP + Timeline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0604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3+ photos, before/after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Checks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De-Fake Model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Is this photo AI-generated?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Geotag Check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EXIF GPS vs work location (500m radius)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CLIP Matching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Does photo match work description?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11480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Timeline Check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EXIF date vs sanction date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eSAKSHI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layer plugs into existing portal via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974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Verification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 for construction progress verification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ground-truthing works with photo upload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cross-state fraud pattern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ML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XGBoost, Isolation Forest, SHAP, feature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355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Backend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FastAPI, database, data pipeline, API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6484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Frontend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Next.js dashboards, maps, charts, animations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9410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Design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UI/UX, login page, India map,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2336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QA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Testing, demo data, fallbacks,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36-Hour Hackathon Timeline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3716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846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11680" y="4846320"/>
            <a:ext cx="18288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31920" y="4846320"/>
            <a:ext cx="22860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09360" y="4846320"/>
            <a:ext cx="13716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846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0" y="4846320"/>
            <a:ext cx="9144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2026-09-14T21:40:21Z</dcterms:created>
  <dcterms:modified xsi:type="dcterms:W3CDTF">2026-09-14T21:40:21Z</dcterms:modified>
</cp:coreProperties>
</file>