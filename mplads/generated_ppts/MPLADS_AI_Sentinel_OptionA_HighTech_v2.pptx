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titl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solu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/ 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architectur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/ 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techstac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/ 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feasibility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/ 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Vaibhav\projects\hackathon_projects\sih_2026_bs\mplads\ppt_assets\renders\slide_impac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88952" cy="68580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4" name="Text 1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/ 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40080"/>
          </a:xfrm>
          <a:prstGeom prst="1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09728"/>
            <a:ext cx="1097280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References &amp; Supporting Documentation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11247120" cy="3840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CAG Performance Audits of MPLADS (2005-2024) - 85 fraud cases worth Rs.32,133+ crore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MPLADS Guidelines 2023 - Ministry of Statistics and Programme Implementation official rules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eSAKSHI Portal (esakshi.mp.gov.in) - existing digital transaction tracking system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data.gov.in MPLADS Dataset - 143,257 records of works and expenditures across India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Lundberg &amp; Lee (2017) - SHAP: A Unified Approach to Interpreting Model Predictions (NeurIPS)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Liu et al. (2012) - Isolation Forest anomaly detection (IEEE TKDE)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RedFlags.ai - Kazakhstan saved $86M in 6 months using rule-based fraud detection</a:t>
            </a:r>
            <a:endParaRPr lang="en-US" sz="1000" dirty="0"/>
          </a:p>
          <a:p>
            <a:pPr indent="0" marL="0">
              <a:spcAft>
                <a:spcPts val="400"/>
              </a:spcAft>
              <a:buNone/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Tazama (Linux Foundation) - Open-source real-time payment monitoring at 2,300 TPS</a:t>
            </a:r>
            <a:endParaRPr lang="en-US" sz="1000" dirty="0"/>
          </a:p>
        </p:txBody>
      </p:sp>
      <p:sp>
        <p:nvSpPr>
          <p:cNvPr id="5" name="Text 3"/>
          <p:cNvSpPr/>
          <p:nvPr/>
        </p:nvSpPr>
        <p:spPr>
          <a:xfrm>
            <a:off x="457200" y="4709160"/>
            <a:ext cx="112471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  |  SIH 2026  |  PS 26102</a:t>
            </a:r>
            <a:endParaRPr lang="en-US" sz="800" dirty="0"/>
          </a:p>
        </p:txBody>
      </p:sp>
      <p:sp>
        <p:nvSpPr>
          <p:cNvPr id="6" name="Text 4"/>
          <p:cNvSpPr/>
          <p:nvPr/>
        </p:nvSpPr>
        <p:spPr>
          <a:xfrm>
            <a:off x="457200" y="4709160"/>
            <a:ext cx="914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800" dirty="0">
                <a:solidFill>
                  <a:srgbClr val="6666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 / 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1">
            <a:avLst/>
          </a:prstGeom>
          <a:solidFill>
            <a:srgbClr val="0B1D3A"/>
          </a:solidFill>
          <a:ln/>
        </p:spPr>
      </p:sp>
      <p:sp>
        <p:nvSpPr>
          <p:cNvPr id="3" name="Text 1"/>
          <p:cNvSpPr/>
          <p:nvPr/>
        </p:nvSpPr>
        <p:spPr>
          <a:xfrm>
            <a:off x="914400" y="1828800"/>
            <a:ext cx="100584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5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5200" dirty="0"/>
          </a:p>
        </p:txBody>
      </p:sp>
      <p:sp>
        <p:nvSpPr>
          <p:cNvPr id="4" name="Text 2"/>
          <p:cNvSpPr/>
          <p:nvPr/>
        </p:nvSpPr>
        <p:spPr>
          <a:xfrm>
            <a:off x="914400" y="3200400"/>
            <a:ext cx="100584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60A5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MPLADS AI Sentinel</a:t>
            </a:r>
            <a:endParaRPr lang="en-US" sz="2400" dirty="0"/>
          </a:p>
        </p:txBody>
      </p:sp>
      <p:sp>
        <p:nvSpPr>
          <p:cNvPr id="5" name="Text 3"/>
          <p:cNvSpPr/>
          <p:nvPr/>
        </p:nvSpPr>
        <p:spPr>
          <a:xfrm>
            <a:off x="914400" y="393192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94A3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 26102  |  MoSPI / DIID  |  Smart Automation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914400" y="475488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34D39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for Grand Finale Deployment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SIH 2026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MPLADS AI Sentinel - OptionA</dc:title>
  <dc:subject>PS 26102 - Smart Automation of MPLADS</dc:subject>
  <dc:creator>MPLADS AI Sentinel</dc:creator>
  <cp:lastModifiedBy>MPLADS AI Sentinel</cp:lastModifiedBy>
  <cp:revision>1</cp:revision>
  <dcterms:created xsi:type="dcterms:W3CDTF">2026-09-19T17:47:28Z</dcterms:created>
  <dcterms:modified xsi:type="dcterms:W3CDTF">2026-09-19T17:47:28Z</dcterms:modified>
</cp:coreProperties>
</file>