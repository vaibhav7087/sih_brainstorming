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l">
              <a:defRPr sz="2800" b="1">
                <a:solidFill>
                  <a:srgbClr val="0B1D3A"/>
                </a:solidFill>
                <a:latin typeface="Times New Roman"/>
              </a:defRPr>
            </a:pPr>
            <a:r>
              <a:t>MPLADS AI Sentinel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4000" b="1">
                <a:solidFill>
                  <a:srgbClr val="0B1D3A"/>
                </a:solidFill>
                <a:latin typeface="Garamond"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Problem Statement ID: 26102</a:t>
            </a:r>
            <a:endParaRPr lang="en-US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Problem Statement Title: Smart Automation of MPLADS Fund Monitoring using Explainable 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Theme: Smart Automation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PS Category: Software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Team ID: MPLADS AI Sentinel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Team Name: MPLADS AI Sentinel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800" b="1">
                <a:solidFill>
                  <a:srgbClr val="0B1D3A"/>
                </a:solidFill>
                <a:latin typeface="Times New Roman"/>
              </a:defRPr>
            </a:pPr>
            <a:r>
              <a:t>MPLADS AI Sentinel: Explainable AI for Parliamentary Fund Oversight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Arial"/>
              </a:defRPr>
            </a:pPr>
            <a:r>
              <a:t>First Federated Explainable AI System for Government Fund Monitoring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Novelty 1: First federated learning system enabling cross-state MPLADS analysis without sharing raw data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Novelty 2: First satellite/drone verification layer for physical validation of reported works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Novelty 3: First network graph analysis detecting vendor collusion rings across districts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Novelty 4: First SHAP-compliant XAI audit trail meeting DPDP Act 2023 and RTI Act 2005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Novelty 5: First Benford's Law application to Indian government fund transaction analysis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Rules-first defense: Deterministic rules provide baseline; ML layers augment with pattern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Zero-cost prototype: Entire stack built on open-source tools, deployed free on Vercel + Railway</a:t>
            </a:r>
          </a:p>
        </p:txBody>
      </p:sp>
      <p:pic>
        <p:nvPicPr>
          <p:cNvPr id="15365" name="Picture 15364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3716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274320" y="1005840"/>
            <a:ext cx="548640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Advanced AI Modules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Federated Learning: Cross-state model training without centralizing sensitive MP data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Graph Neural Networks: GAT/GCN for vendor collusion detection across district boundaries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NLP Pipeline: BERT + SpaCy for document analysis and semantic duplicate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Computer Vision: YOLOv8 + ResNet-50 for construction progress verification from photos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Benford's Law: Statistical analysis of leading digit distribution in fund transactions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943600" y="1005840"/>
            <a:ext cx="5486400" cy="320040"/>
          </a:xfrm>
          <a:prstGeom prst="rect">
            <a:avLst/>
          </a:prstGeom>
          <a:solidFill>
            <a:srgbClr val="0D9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03504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Detection Pipeline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9436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5 Parallel Detection Modules: Statistical, Time-Series, Graph, NLP, Computer Vision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Risk Scoring: 4-layer ensemble (work -&gt; vendor -&gt; MP -&gt; district) with confidence thresholds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Training Strategy: Semi-supervised with 500 labeled + 50K unlabeled + CTGAN synthetic data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Explainability: Per-prediction SHAP values with natural-language reasoning for each alert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Edge Computing: Lightweight ONNX models for offline district-level anomaly detection</a:t>
            </a:r>
          </a:p>
        </p:txBody>
      </p:sp>
      <p:pic>
        <p:nvPicPr>
          <p:cNvPr id="17417" name="Picture 17416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75488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274320" y="1005840"/>
            <a:ext cx="54864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Innovation Feasibility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Federated learning: Libraries like Flower (flwr) provide production-ready FedAvg implementations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Graph analysis: NetworkX + Node2Vec already proven for fraud ring detection in fintech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NLP duplicate detection: Sentence-BERT achieves 92%+ accuracy on semantic similarity tasks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Satellite verification: Sentinel-2 freely available at 10m resolution for construction monitoring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Benford's Law: Simple statistical test requiring only transaction amount distributions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943600" y="1005840"/>
            <a:ext cx="5486400" cy="320040"/>
          </a:xfrm>
          <a:prstGeom prst="rect">
            <a:avLst/>
          </a:prstGeom>
          <a:solidFill>
            <a:srgbClr val="D93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03504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Novelty Validation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9436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RedFlags.ai (Kazakhstan) saved $86M in 6 months with similar rule-based approach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Tazama (Linux Foundation) processes 2,300 TPS for real-time government payment monitoring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UK HMRC spent GBP 175M on Quantexa for entity resolution - our approach is open-source and free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No existing system combines federated learning + XAI + graph analysis for Indian public finance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CAG is building LLM for audit - our system is complementary and provides real-time layer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274320" y="1005840"/>
            <a:ext cx="5486400" cy="320040"/>
          </a:xfrm>
          <a:prstGeom prst="rect">
            <a:avLst/>
          </a:prstGeom>
          <a:solidFill>
            <a:srgbClr val="0D9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Innovation Impact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First federated learning deployment for Indian government financial oversight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First graph-based vendor collusion detection across district boundaries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First Benford's Law application to Indian parliamentary fund transactions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Establishes blueprint for AI governance applicable to PMGSY, SSA, and other schemes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Open-source contribution to IndiaStack for government AI infrastructure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943600" y="1005840"/>
            <a:ext cx="548640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03504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Transformation Potential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9436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5 parallel detection modules provide defense-in-depth against evolving fraud tactics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Satellite verification creates deterrence effect without physical inspections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Natural language audit briefs democratize access to complex ML insights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Cross-state federated models learn from diverse spending patterns without data sharing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Edge computing enables offline district-level screening in low-connectivity areas</a:t>
            </a:r>
          </a:p>
        </p:txBody>
      </p:sp>
      <p:pic>
        <p:nvPicPr>
          <p:cNvPr id="17417" name="Picture 17416" descr="ministry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3657600" cy="2057400"/>
          </a:xfrm>
          <a:prstGeom prst="rect">
            <a:avLst/>
          </a:prstGeom>
        </p:spPr>
      </p:pic>
      <p:pic>
        <p:nvPicPr>
          <p:cNvPr id="17418" name="Picture 17417" descr="mp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754880"/>
            <a:ext cx="36576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57200" y="11887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Flower (flwr) - Production-ready federated learning framework (flwr.ai)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NetworkX + Node2Vec - Graph-based anomaly detection validated in fintech fraud applications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Sentence-BERT (Reimers &amp; Gurevych, 2019) - 92%+ accuracy on semantic similarity benchmarks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Sentinel-2 Satellite Data - ESA freely available 10m resolution for construction monitoring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Benford's Law Application - Nigrini (2012) fraud detection methodology for financial data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Coima (Argentina) - Open-source graph-based anti-corruption platform (github.com/coima)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CTGAN + SMOTE-NC - Synthetic data generation for imbalanced fraud classification tasks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LSTM Autoencoder - Time-series anomaly detection for spending pattern analysis (Malhotra et al.)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666666"/>
                </a:solidFill>
                <a:latin typeface="Arial"/>
              </a:defRPr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