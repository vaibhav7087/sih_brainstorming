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>
              <a:defRPr sz="2800" b="1">
                <a:solidFill>
                  <a:srgbClr val="0B1D3A"/>
                </a:solidFill>
                <a:latin typeface="Times New Roman"/>
              </a:defRPr>
            </a:pPr>
            <a:r>
              <a:t>MPLADS AI Sentinel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4000" b="1">
                <a:solidFill>
                  <a:srgbClr val="0B1D3A"/>
                </a:solidFill>
                <a:latin typeface="Garamond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Problem Statement ID: 26102</a:t>
            </a:r>
            <a:endParaRPr lang="en-US" dirty="0"/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Problem Statement Title: Smart Automation of MPLADS Fund Monitoring using Explainable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Theme: Smart Automation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PS Category: Software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Team ID: MPLADS AI Sentinel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1A2E"/>
                </a:solidFill>
                <a:latin typeface="Arial"/>
              </a:defRPr>
            </a:pPr>
            <a:r>
              <a:t>Team Name: MPLADS AI Sentinel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800" b="1">
                <a:solidFill>
                  <a:srgbClr val="0B1D3A"/>
                </a:solidFill>
                <a:latin typeface="Times New Roman"/>
              </a:defRPr>
            </a:pPr>
            <a:r>
              <a:t>MPLADS AI Sentinel: Explainable AI for Parliamentary Fund Oversight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Arial"/>
              </a:defRPr>
            </a:pPr>
            <a:r>
              <a:t>Transparent AI Protecting Rs.3,940+ Crore Annual Public Funds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Problem: Rs.161+ crore unsupported expenditure found by CAG; 98.53% assets lack handover records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Current eSAKSHI portal digitizes transactions but cannot detect fraud or anomalies automatically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AI Sentinel runs 12 deterministic rules + 2 ML models on every MP work record in real-time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Multi-tier dashboards: MP view (MY Rs.5 crore), District Authority view, Ministry pan-India command center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Stage-gated payments via IA Agency App: photo upload + geotag + AI verification before each disbursement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De-Fake image verification prevents fake site photos using CLIP + YOLO-based forgery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>
                <a:solidFill>
                  <a:srgbClr val="1A1A2E"/>
                </a:solidFill>
                <a:latin typeface="Arial"/>
              </a:defRPr>
            </a:pPr>
            <a:r>
              <a:t>•  Projecting Rs.120+ crore annual savings through early fraud detection and automated compliance</a:t>
            </a:r>
          </a:p>
        </p:txBody>
      </p:sp>
      <p:pic>
        <p:nvPicPr>
          <p:cNvPr id="15365" name="Picture 15364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Multi-Tier Architecture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Tier 1 - Data Ingestion: Playwright scraper for eSAKSHI + REST API for data.gov.in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Tier 2 - Rule Engine: 12 core deterministic rules from 30+ MPLADS guideline taxonomy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Tier 3 - ML Inference: Isolation Forest (unsupervised) + XGBoost (supervised ensemble)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Tier 4 - Explainability: SHAP waterfall charts + natural language audit briefs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Tier 5 - Dashboard: Role-based views (MP / DA+CAG / Ministry) with real-time alerts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Verification &amp; Payments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IA Agency Mobile App: Photo upload + geotagging + milestone submission workflow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AI Verification Server: De-Fake forgery detection + CLIP image-work matching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Stage-Gated Payments: 25% -&gt; 50% -&gt; 25% disbursement with AI verification gates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Vendor Network Graph: Node2Vec + Louvain community detection for collusion rings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Time-Series: LSTM Autoencoder + Prophet for seasonal spending pattern anomalies</a:t>
            </a:r>
          </a:p>
        </p:txBody>
      </p:sp>
      <p:pic>
        <p:nvPicPr>
          <p:cNvPr id="17417" name="Picture 17416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75488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Implementation 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36-48 hour hackathon sprint plan with 5 phases: Setup -&gt; Core ML -&gt; Frontend -&gt; Integration -&gt; Polish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Existing data pipeline extracts and processes 143K+ records from data.gov.in automatically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12 core fraud rules mapped directly to documented CAG audit findings for immediate impact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Role-based dashboard architecture tested with MP, District Authority, and Ministry personas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Stage-gated payment system aligns with existing MPLADS 2023 disbursement guidelines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D93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Scalability Strategy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Phase 1 (Pilot): 12 rules + baseline dashboards for single state deployment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Phase 2 (Full Suite): ML classifier + SHAP + GIS heatmaps for multi-state rollout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Phase 3 (Integration): eSAKSHI API + IA photo verification + automated audit summaries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Horizontal scaling via PostgreSQL connection pooling and async FastAPI workers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Projected Rs.120+ crore annual savings across 788 MPs and 700+ districts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274320" y="1005840"/>
            <a:ext cx="5486400" cy="320040"/>
          </a:xfrm>
          <a:prstGeom prst="rect">
            <a:avLst/>
          </a:prstGeom>
          <a:solidFill>
            <a:srgbClr val="0D9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Stakeholder Benefits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743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MPs: Real-time visibility into MY Rs.5 crore utilization with risk alerts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District Authorities: Automated compliance checking against 12 core rules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MoSPI: Pan-India command center with state-wise anomaly heatmaps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CAG: Pre-screened anomaly reports with SHAP explanations reduce manual workload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Citizens: Transparent fund tracking aligns with RTI Act 2005 spirit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03504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Economic &amp; Social Impact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Prevents Rs.73.76 crore spent on prohibited works (per CAG documented cases)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Addresses Rs.1,092.5 crore lapsed funds during COVID with better tracking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Improves completion rates from 14.7% (Assam) toward 78.8% (Bihar) benchmark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Stage-gated payments prevent fund siphoning at each construction milestone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IA Agency App ensures physical verification before every disbursement</a:t>
            </a:r>
          </a:p>
        </p:txBody>
      </p:sp>
      <p:pic>
        <p:nvPicPr>
          <p:cNvPr id="17417" name="Picture 17416" descr="ministry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754880"/>
            <a:ext cx="3657600" cy="2057400"/>
          </a:xfrm>
          <a:prstGeom prst="rect">
            <a:avLst/>
          </a:prstGeom>
        </p:spPr>
      </p:pic>
      <p:pic>
        <p:nvPicPr>
          <p:cNvPr id="17418" name="Picture 17417" descr="mp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754880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r>
              <a:t>MPLADS AI Sentinel -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MPLADS AI Sentinel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ARC (2011) Report on MPLADS - Recommended abolishing scheme due to systemic corruption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NAC Recommendations - National Advisory Council reform proposals for MPLADS governance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2005 Sting Operations - 18 MPs caught demanding commissions (documented in CAG reports)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DPDP Act 2023 - Digital Personal Data Protection Act compliance framework for AI systems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RTI Act 2005 - Right to Information Act transparency requirements for public fund monitoring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UK HMRC AI Platform - GBP 175M Quantexa contract for entity resolution in tax fraud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RBI MuleHunter.AI - 85-90% accuracy rate with 26+ bank partnerships for fraud detection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1A1A2E"/>
                </a:solidFill>
                <a:latin typeface="Arial"/>
              </a:defRPr>
            </a:pPr>
            <a:r>
              <a:t>•  MPLADS Annual Reports (2019-2024) - Fund utilization data: 37-52% across parliamentary terms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666666"/>
                </a:solidFill>
                <a:latin typeface="Arial"/>
              </a:defRPr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