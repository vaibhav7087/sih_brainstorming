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tech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fea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1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Supporting Documentation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Flower (flwr) - Production-ready federated learning framework (flwr.ai)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NetworkX + Node2Vec - Graph-based anomaly detection validated in fintech fraud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Sentence-BERT (Reimers &amp; Gurevych, 2019) - 92%+ accuracy on semantic similarity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Sentinel-2 Satellite Data - ESA freely available 10m resolution for construction monitoring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Benford's Law Application - Nigrini (2012) fraud detection methodology for financial data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Coima (Argentina) - Open-source graph-based anti-corruption platform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CTGAN + SMOTE-NC - Synthetic data generation for imbalanced fraud classification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LSTM Autoencoder - Time-series anomaly detection (Malhotra et al.)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1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26102  |  MoSPI / DIID  |  Smart Automation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Grand Finale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SIH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MPLADS AI Sentinel - OptionC</dc:title>
  <dc:subject>PS 26102 - Smart Automation of MPLADS</dc:subject>
  <dc:creator>MPLADS AI Sentinel</dc:creator>
  <cp:lastModifiedBy>MPLADS AI Sentinel</cp:lastModifiedBy>
  <cp:revision>1</cp:revision>
  <dcterms:created xsi:type="dcterms:W3CDTF">2026-09-19T17:47:29Z</dcterms:created>
  <dcterms:modified xsi:type="dcterms:W3CDTF">2026-09-19T17:47:29Z</dcterms:modified>
</cp:coreProperties>
</file>