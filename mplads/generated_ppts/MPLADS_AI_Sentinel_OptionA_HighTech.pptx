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315" y="23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>
              <a:defRPr sz="2800" b="1">
                <a:solidFill>
                  <a:srgbClr val="0B1D3A"/>
                </a:solidFill>
                <a:latin typeface="Times New Roman"/>
              </a:defRPr>
            </a:pPr>
            <a:r>
              <a:t>MPLADS AI Sentinel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4000" b="1">
                <a:solidFill>
                  <a:srgbClr val="0B1D3A"/>
                </a:solidFill>
                <a:latin typeface="Garamond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Problem Statement ID: 26102</a:t>
            </a:r>
            <a:endParaRPr lang="en-US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Problem Statement Title: Smart Automation of MPLADS Fund Monitoring using Explainable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Theme: Smart Automation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PS Category: Software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Team ID: MPLADS AI Sentinel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Team Name: MPLADS AI Sentinel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800" b="1">
                <a:solidFill>
                  <a:srgbClr val="0B1D3A"/>
                </a:solidFill>
                <a:latin typeface="Times New Roman"/>
              </a:defRPr>
            </a:pPr>
            <a:r>
              <a:t>MPLADS AI Sentinel: Explainable AI for Parliamentary Fund Oversight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Arial"/>
              </a:defRPr>
            </a:pPr>
            <a:r>
              <a:t>3-Layer Explainable AI Defense Engine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Layer 1: Deterministic Rule Engine enforcing 12 core MPLADS 2023 guidelines with zero-latency checks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Layer 2: Isolation Forest (unsupervised ML) detecting zero-day multi-attribute anomalies without labeled 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Layer 3: XGBoost classifier calibrated on 500+ CAG audit findings, outputting Anomaly Risk Index (0-100)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Explainability: SHAP TreeExplainer provides per-work waterfall attribution and natural-language audit briefs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Composite Risk Score: ARI = max(Rule Penalty, 0.55 x XGBoost + 0.45 x IsoForest)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12-dimensional feature vector captures cost, vendor, temporal, geographic, and utilization signals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Automated pipeline: Extract from eSAKSHI/data.gov.in -&gt; Feature Engineering -&gt; ML Inference -&gt; Dashboard</a:t>
            </a:r>
          </a:p>
        </p:txBody>
      </p:sp>
      <p:pic>
        <p:nvPicPr>
          <p:cNvPr id="15365" name="Picture 15364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71600"/>
            <a:ext cx="41148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Technology Stack &amp; Architecture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Frontend: Next.js 15 + shadcn/ui + Tailwind CSS v4 + TypeScript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Backend: FastAPI (Python 3.11+) with async processing pipeline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ML Core: XGBoost + Isolation Forest + SHAP TreeExplainer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Database: SQLite (hackathon) -&gt; PostgreSQL (production) with Parquet feature store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Visualization: Recharts + Framer Motion + React-Leaflet for GIS heatmaps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Implementation &amp; Pipeline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Deployment: Vercel (frontend) + Railway (backend) at Rs.0 prototype cost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Data Sources: data.gov.in (143K records) + eSAKSHI portal + CAG reports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Feature Engineering: 12-dim vector with cost, vendor, temporal, geo features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ML Pipeline: Extract -&gt; Clean -&gt; Enrich -&gt; Feature Eng -&gt; Inference -&gt; Dashboard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Image Verification: De-Fake + CLIP (openai/clip-vit-base) for site photo validation</a:t>
            </a:r>
          </a:p>
        </p:txBody>
      </p:sp>
      <p:pic>
        <p:nvPicPr>
          <p:cNvPr id="17417" name="Picture 17416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533653"/>
            <a:ext cx="5731664" cy="3821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Technical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All core ML models (XGBoost, Isolation Forest) proven in fraud detection literature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SHAP explainability meets regulatory requirements for government AI systems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Full stack deployable at Rs.0 using Vercel + Railway + open-source tools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data.gov.in provides 143,257 existing records for immediate model training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SQLite -&gt; PostgreSQL migration path ensures smooth production scaling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D9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Risks &amp; Mitigation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Risk: Limited labeled CAG data -&gt; Mitigation: Semi-supervised learning + CTGAN synthetic augmentation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Risk: eSAKSHI portal scraping reliability -&gt; Mitigation: REST API fallback + caching layer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Risk: False positive rate -&gt; Mitigation: Target &lt;12% via contextual filtering and human-in-loop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Risk: Cross-state data privacy -&gt; Mitigation: Federated learning architecture preserves locality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Risk: Adoption resistance -&gt; Mitigation: XAI audit trails provide full transparency for stakeholders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3437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Technical Impact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First explainable AI system purpose-built for Indian government fund monitoring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12-dimensional feature vector provides comprehensive fraud signal coverage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SHAP-based audit trails satisfy DPDP Act 2023 transparency requirements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Open-source stack eliminates vendor lock-in for government adoption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Real-time anomaly detection vs current multi-year manual audit cycle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Measurable Benefits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Rs.120+ crore projected annual savings through early fraud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Reduces audit cycle from years to minutes with automated AI screening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37-52% fund utilization can improve to 80%+ with real-time monitoring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98.53% ghost asset rate addressed through IA photo verification workflow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Scalable to all 788 MPs across 700+ districts nationwide</a:t>
            </a:r>
          </a:p>
        </p:txBody>
      </p:sp>
      <p:pic>
        <p:nvPicPr>
          <p:cNvPr id="17417" name="Picture 17416" descr="ministry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3657600" cy="2057400"/>
          </a:xfrm>
          <a:prstGeom prst="rect">
            <a:avLst/>
          </a:prstGeom>
        </p:spPr>
      </p:pic>
      <p:pic>
        <p:nvPicPr>
          <p:cNvPr id="17418" name="Picture 17417" descr="mp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754880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CAG Performance Audits of MPLADS (2005-2024) - 85 fraud cases worth Rs.32,133+ crore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MPLADS Guidelines 2023 - Ministry of Statistics and Programme Implementation official rules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eSAKSHI Portal (esakshi.mp.gov.in) - existing digital transaction tracking system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data.gov.in MPLADS Dataset - 143,257 records of works and expenditures across India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Lundberg &amp; Lee (2017) - SHAP: A Unified Approach to Interpreting Model Predictions (NeurIPS)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Liu et al. (2012) - Isolation Forest anomaly detection (IEEE TKDE)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RedFlags.ai - Kazakhstan saved $86M in 6 months using rule-based fraud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Tazama (Linux Foundation) - Open-source real-time payment monitoring at 2,300 TPS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7660</TotalTime>
  <Words>808</Words>
  <Application>Microsoft Office PowerPoint</Application>
  <PresentationFormat>Widescreen</PresentationFormat>
  <Paragraphs>86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MPLADS AI Sentinel: Explainable AI for Parliamentary Fund Oversight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Vaibhav</cp:lastModifiedBy>
  <cp:revision>149</cp:revision>
  <dcterms:created xsi:type="dcterms:W3CDTF">2013-12-12T18:46:50Z</dcterms:created>
  <dcterms:modified xsi:type="dcterms:W3CDTF">2026-09-19T17:53:07Z</dcterms:modified>
  <cp:category/>
</cp:coreProperties>
</file>