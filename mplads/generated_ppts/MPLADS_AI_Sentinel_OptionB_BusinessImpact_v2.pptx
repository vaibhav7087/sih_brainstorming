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tech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feasi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1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Supporting Documentation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ARC (2011) Report on MPLADS - Recommended abolishing scheme due to systemic corruption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NAC Recommendations - National Advisory Council reform proposals for MPLADS governance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2005 Sting Operations - 18 MPs caught demanding commissions (documented in CAG reports)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DPDP Act 2023 - Digital Personal Data Protection Act compliance framework for AI systems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RTI Act 2005 - Right to Information Act transparency requirements for public fund monitoring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UK HMRC AI Platform - GBP 175M Quantexa contract for entity resolution in tax fraud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RBI MuleHunter.AI - 85-90% accuracy rate with 26+ bank partnerships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MPLADS Annual Reports (2019-2024) - Fund utilization: 37-52% across parliamentary terms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1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26102  |  MoSPI / DIID  |  Smart Automation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Grand Finale Deployment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SIH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MPLADS AI Sentinel - OptionB</dc:title>
  <dc:subject>PS 26102 - Smart Automation of MPLADS</dc:subject>
  <dc:creator>MPLADS AI Sentinel</dc:creator>
  <cp:lastModifiedBy>MPLADS AI Sentinel</cp:lastModifiedBy>
  <cp:revision>1</cp:revision>
  <dcterms:created xsi:type="dcterms:W3CDTF">2026-09-19T17:47:28Z</dcterms:created>
  <dcterms:modified xsi:type="dcterms:W3CDTF">2026-09-19T17:47:28Z</dcterms:modified>
</cp:coreProperties>
</file>